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Почему 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Гарантия 5 лет</a:t>
            </a:r>
          </a:p>
          <a:p>
            <a:r>
              <a:t>Монтаж за 1 день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От 350 BYN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